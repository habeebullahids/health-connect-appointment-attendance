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72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772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822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·  EXPERIENCE LAB INTERNSHIP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7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Selection, Documentation &amp; Presentation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2377440"/>
            <a:ext cx="292608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Track  ·  Week 8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3108960"/>
            <a:ext cx="8138160" cy="1051560"/>
          </a:xfrm>
          <a:prstGeom prst="rect">
            <a:avLst/>
          </a:prstGeom>
          <a:solidFill>
            <a:srgbClr val="0A222E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200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Project Question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3474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HealthConnect Clinic use data and AI to reduce missed appointments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improve the patient support experience?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4434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Suleiman Habeebulahi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4709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Track  |  AnalystLab Africa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HealthConnect Clinic  |  Data Science Track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understanding to a validated, presentation-ready predictive model.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73152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1247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and the attendance challenge HealthConnect aims to solve.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90472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490472"/>
            <a:ext cx="73152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6276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1581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Contribution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18379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development, feature engineering, and key technical outcomes.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203704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03704"/>
            <a:ext cx="73152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3408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2295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Cross-Track Collaboration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25511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analytical findings informed modelling decisions and validation.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386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16936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16936"/>
            <a:ext cx="73152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0540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0083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Refinement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264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Stability, overfitting, calibration, and the final candidate model.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3099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630168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630168"/>
            <a:ext cx="73152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767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34440" y="3721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Value &amp; Limits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3977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supports HealthConnect and what remains open.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View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HealthConnect Clinic  |  Data Science Track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CONTRIBUTION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no-show prediction model that ranks appointments by risk before the visit.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73152" cy="10515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Focus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validate a binary classifier that estimates no-show probability using information available at booking 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20240"/>
            <a:ext cx="73152" cy="10515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Deliverable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Depth-refined, isotonic-calibrated Random Forest pipeline with patient-grouped evaluation and documented interface specification.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73152" cy="10515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Across Weeks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baseline → Week 6 model comparison → Week 7 testing &amp; refinement → Week 8 final documentation and presentation readiness.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HealthConnect Clinic  |  Data Science Track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TOOLS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preparation, evidence-based feature design, and rigorous multi-metric evaluation.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420624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Cancelled appointments excluded from binary target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Patient-level GroupShuffleSplit / GroupKFold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Median imputation; explicit missing-category flags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777240"/>
            <a:ext cx="420624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prev_no_show_rate, lead_time_band, high_prev_no_show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long_distance, no_reminder flags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Refined set retained after tree-model testing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60320"/>
            <a:ext cx="420624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Stack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Logistic Regression baseline (Week 5)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Random Forest candidate (max_depth refined)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Isotonic calibration on training folds 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560320"/>
            <a:ext cx="420624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Design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108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ROC-AUC, Precision, Recall, F1, Brier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 independent patient-grouped splits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Bootstrap 95% CI for improvement vs baseline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HealthConnect Clinic  |  Data Science Track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outperforms the baseline with statistically confirmed improvement and controlled overfitting.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05740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20574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280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≈0.68–0.69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0.671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excludes zero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777240"/>
            <a:ext cx="205740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777240"/>
            <a:ext cx="20574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960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1280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0.073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8 →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777240"/>
            <a:ext cx="205740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777240"/>
            <a:ext cx="20574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960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280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+0.82%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end tightened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777240"/>
            <a:ext cx="205740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777240"/>
            <a:ext cx="20574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960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1280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4944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splits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22402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baseline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10896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108960"/>
            <a:ext cx="73152" cy="114300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2461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Confirmed Across Tracks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35661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 time and prior no-show history consistently emerged as the strongest predictors — both in the model’s feature importances and in independent descriptive findings from the Data Analytics track. This dual validation strengthens confidence that the signal is behavioural, not an artefact of a single modelling approach.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HealthConnect Clinic  |  Data Science Track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CROSS-TRACK COLLABORATION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findings were converted into testable modelling hypotheses and validated independently.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73152" cy="1417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144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→ Data Science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validated Week 7 behavioural findings were received, independently recomputed, and used to construct two candidate features (a high-risk combination flag and a senior × long-lead-time flag). Both features were evaluated under the same cross-validation protocol used for every other modelling decision. Neither improved ROC-AUC; both decisions were documented with evidence rather than assumed.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7744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no-show patterns, lead-time and reminder insights, plus a deeper 65+ segment analysis produced in response to a weak-segment finding.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37744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37744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Used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were treated as modelling hypotheses, engineered as features, and tested via grouped cross-validation — not merely referenced.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377440"/>
            <a:ext cx="27432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37744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Feature-set confidence and the known 65+ limitation are now supported by two independent analytical angles rather than Data Science alone.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HealthConnect Clinic  |  Data Science Track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REFINEMENT &amp; FINAL OUTCOME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testing identified real weaknesses; targeted refinements improved the candidate.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105156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886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Across Splits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905256"/>
            <a:ext cx="914400" cy="228600"/>
          </a:xfrm>
          <a:prstGeom prst="rect">
            <a:avLst/>
          </a:prstGeom>
          <a:solidFill>
            <a:srgbClr val="2D9B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baseline on 5 of 5 independently drawn patient-grouped splits.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54864" cy="105156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886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Check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905256"/>
            <a:ext cx="914400" cy="228600"/>
          </a:xfrm>
          <a:prstGeom prst="rect">
            <a:avLst/>
          </a:prstGeom>
          <a:solidFill>
            <a:srgbClr val="2D9B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gap of 0.073 reduced to 0.026 by lowering max_depth from 8 to 5; test AUC improved.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192024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920240"/>
            <a:ext cx="54864" cy="105156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2048256"/>
            <a:ext cx="914400" cy="228600"/>
          </a:xfrm>
          <a:prstGeom prst="rect">
            <a:avLst/>
          </a:prstGeom>
          <a:solidFill>
            <a:srgbClr val="2D9B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 (training folds only) reduced under-confidence at the high-risk end; Brier score improved.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920240"/>
            <a:ext cx="54864" cy="10515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Reliability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2048256"/>
            <a:ext cx="914400" cy="2286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Consultation and patients aged 65+ remain weaker; documented as model limitations.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06324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063240"/>
            <a:ext cx="54864" cy="105156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172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Confirmation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3191256"/>
            <a:ext cx="914400" cy="228600"/>
          </a:xfrm>
          <a:prstGeom prst="rect">
            <a:avLst/>
          </a:prstGeom>
          <a:solidFill>
            <a:srgbClr val="2D9B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for AUC improvement entirely positive — gain is not a single-split artefact.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06324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63240"/>
            <a:ext cx="54864" cy="10515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172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Sensitivity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3191256"/>
            <a:ext cx="914400" cy="2286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cost analysis completed; real operating threshold awaits Project Management cost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HealthConnect Clinic  |  Data Science Track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SOLUTION VALUE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component enables risk-based prioritisation of limited outreach capacity.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73152" cy="1280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144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Predictive Component Fits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2344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surfaces behavioural patterns → Data Science converts those patterns into a calibrated risk score → ML Engineering is expected to embed the model in an operational pipeline → GenAI and Project Management layers support patient communication and overall coordination. The model supplies the ranking signal that makes targeted intervention feasible.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4028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focus limited reminder and outreach effort on appointments most likely to be missed instead of treating every booking equally.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24028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24028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Objective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880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reduced missed appointments and better use of available slots by enabling risk-based prioritisation before the visit occurs.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240280"/>
            <a:ext cx="27432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880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decision-support ranking tool — not an automated scheduling or cancellation engine — matching current evidence and known limits.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HealthConnect Clinic  |  Data Science Track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are documented; clear paths exist for the next iteration.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1605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777240"/>
            <a:ext cx="4160520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777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Moderate absolute performance (ranking only)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Weaker on Specialist Consultation &amp; age 65+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real cost data for operating threshold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 Engineering pipeline not yet integrated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Synthetic dataset — live clinic validation required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production deployment or monitoring yet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777240"/>
            <a:ext cx="40690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777240"/>
            <a:ext cx="4069080" cy="45720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777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417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Integrate with ML Engineering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874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Obtain cost ratios for a real threshold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331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Targeted feature work for 65+ &amp; specialists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7889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clinic data validation &amp; monitoring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2461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Probability drift and fairness review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703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Operational dashboard for outreach teams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testing turned a working baseline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validated, calibrated risk-ranking model.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2860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103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learned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59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refinement (depth reduction, calibration, hypothesis testing of Analytics features) produces more trustworthy models than algorithm choice alone.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supports HealthConnect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44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ranking signal that lets limited outreach capacity be directed at the appointments most likely to be missed.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integration, real cost data for thresholds, and focused improvement on the weaker patient segments.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Suleiman Habeebulahi  ·  Data Science Track  ·  AnalystLab Africa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– Data Science Final Presentation</dc:title>
  <dc:subject>Week 8 Final Integration &amp; Project Showcase</dc:subject>
  <dc:creator>Suleiman Habeebulahi</dc:creator>
  <cp:lastModifiedBy>suleiman habeebulahi</cp:lastModifiedBy>
  <cp:revision>1</cp:revision>
  <dcterms:created xsi:type="dcterms:W3CDTF">2026-09-27T06:55:58Z</dcterms:created>
  <dcterms:modified xsi:type="dcterms:W3CDTF">2026-09-27T07:03:25Z</dcterms:modified>
</cp:coreProperties>
</file>